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88952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70248"/>
            <a:ext cx="12188952" cy="2587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AI-Enabled Soil Nutrient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&amp; Advisory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5D6A7"/>
                </a:solidFill>
              </a:rPr>
              <a:t>Knowing exactly what your soil needs — before you plant.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D6A7"/>
                </a:solidFill>
              </a:rPr>
              <a:t>Agriculture Department · Government of Andhra Pradesh · Hackathon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434840"/>
            <a:ext cx="214884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52627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13M 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93207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Cultivated land
in 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4434840"/>
            <a:ext cx="214884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452627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2–3 yrs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5093207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SHC data
stale by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434840"/>
            <a:ext cx="214884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52627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₹12,000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093207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Annual fertilizer
subsidy spend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19" y="4434840"/>
            <a:ext cx="214884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452627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25–40%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5093207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Potential waste
reducible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434840"/>
            <a:ext cx="214884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452627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10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093207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Our map
resolution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Real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Why farmers keep losing money on fertilizers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>
                <a:solidFill>
                  <a:srgbClr val="FFFFFF"/>
                </a:solidFill>
              </a:rPr>
              <a:t>"A farmer in Krishna District spends ₹6,000/acre on fertilizers. He has no idea if his soil actually needs it."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3749039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423160"/>
            <a:ext cx="3749039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Soil Health Cards are Outdated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99232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Cards are 2–3 years old — soils change every season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46703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Less than 15% of fields in Krishna District have a recent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94176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 farmer acts on stale data, like driving with an old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423160"/>
            <a:ext cx="3749039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2423160"/>
            <a:ext cx="37490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Blanket Fertilizer Advice Wastes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999232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Government gives same NPK dose to every farmer, every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346703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Fields with high potassium still get potassium fertilizer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694176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Fields with zinc deficiency never get zinc — crop suffers silently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423160"/>
            <a:ext cx="3749039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423160"/>
            <a:ext cx="3749039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One Knows What They Don't Know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99232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No confidence level — is this reading reliable or a guess?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346703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Officials can't identify high-risk areas needing more surveys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694176"/>
            <a:ext cx="35204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Farmers have no way to question or verify the advice they receive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The result: farmers over-fertilize some nutrients, under-fertilize others, and lose money either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Satellite imagery tells us what every field needs — before the farmer 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B5E20"/>
                </a:solidFill>
              </a:rPr>
              <a:t>We fuse satellite images with existing Soil Health Card data to produce field-level soil maps for every 10×10 metre patch in Krishna District — with a confidence score showing how sure we 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22402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22402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Satellite Looks
at the Soil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8892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Sentinel-2 satellite captures bare fields after harvest. Different soil types reflect light differently — just like we can tell sand from clay by colour.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2176272"/>
            <a:ext cx="22402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2176272"/>
            <a:ext cx="22402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2128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 Compute
38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78892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From the satellite image we extract 38 measurements per pixel — brightness, iron content, clay minerals, moisture, slope — things the human eye can't see.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2176272"/>
            <a:ext cx="22402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92624" y="2176272"/>
            <a:ext cx="22402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2128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Learns from
SHC Lab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278892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We train three AI models on 299 real soil lab tests from Krishna District farmers. The AI learns which signals correspond to which nutrient levels.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1775" y="2176272"/>
            <a:ext cx="22402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5" y="2176272"/>
            <a:ext cx="22402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5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22128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Maps Every
Field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78892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The trained model predicts soil health for 264 million pixels across Krishna District — and tells us how confident it is in each prediction.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10928" y="2176272"/>
            <a:ext cx="2240280" cy="429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10928" y="2176272"/>
            <a:ext cx="22402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8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128" y="22128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Tells Farmers
What to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788920"/>
            <a:ext cx="1965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For each field and crop, it calculates the exact fertilizer dose using ICAR guidelines — and delivers the advice in Telugu or English, even by SMS.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Actually 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Real outputs for Krishna District — ready to use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 Soil Parameter Maps  ·  50 Output Files  ·  264 Million Pixels  ·  10 m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Each parameter has: Predicted Value Map  +  Confidence Score Map  +  Deficiency Class Map  +  Upper &amp; Lower Bounds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365760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3969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Primary Deliverables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05456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420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Soil 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5420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6.99 – 7.23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54203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Optimal for Krishna District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80944"/>
            <a:ext cx="3657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17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Electrical Cond.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3017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0.38 – 0.76 dS/m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0175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Normal, no salinity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56432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493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Organic Carbon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0512" y="34930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0.27 – 0.79 %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34930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Low to Medium — needs attention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103120"/>
            <a:ext cx="7726679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139696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Stretch Deliverables — Nutrient Maps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2505456"/>
            <a:ext cx="77266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5420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4242"/>
                </a:solidFill>
              </a:rPr>
              <a:t>Nitrogen (N)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420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123–242 kg/ha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5420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Low range — most fields need 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2980944"/>
            <a:ext cx="7726679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4242"/>
                </a:solidFill>
              </a:rPr>
              <a:t>Phosphorus (P)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017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4.8–34.8 kg/ha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30175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Low to medium across district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456432"/>
            <a:ext cx="77266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493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4242"/>
                </a:solidFill>
              </a:rPr>
              <a:t>Potassium (K)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493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32–194 kg/ha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34930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Variable — field-specific advice critical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3931920"/>
            <a:ext cx="7726679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9684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4242"/>
                </a:solidFill>
              </a:rPr>
              <a:t>Iron (Fe)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9684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2.3–8.1 ppm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1" y="3968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Deficiency hotspots identified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407408"/>
            <a:ext cx="77266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44439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4242"/>
                </a:solidFill>
              </a:rPr>
              <a:t>Copper (Cu)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44398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0.08–0.42 ppm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1" y="4443983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Deficient below 0.2 ppm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4882896"/>
            <a:ext cx="7726679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49194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4242"/>
                </a:solidFill>
              </a:rPr>
              <a:t>Boron (B)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919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0.2–1.1 ppm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1" y="4919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Deficiency in cotton/groundnut areas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5358384"/>
            <a:ext cx="772667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5394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4242"/>
                </a:solidFill>
              </a:rPr>
              <a:t>Zinc (Zn)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5394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100"/>
                </a:solidFill>
              </a:rPr>
              <a:t>0.2–1.3 ppm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1" y="53949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Widespread deficiency — major finding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852160"/>
            <a:ext cx="11640312" cy="89611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94360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5E20"/>
                </a:solidFill>
              </a:rPr>
              <a:t>Every map comes with a confidence score. If confidence is below 75%, the system flags the area for re-survey rather than issuing advice. This prevents wrong recommendations from reaching farmers.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a Farmer Actually Receives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Specific, actionable, in Telugu — not a generic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8046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Scenario: Ravi Reddy, Nuzvid Mandal, Krishna District — 2.5 acres paddy, Kharif season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Soil test: pH 6.8  |  N 210 kg/ha  |  P 14 kg/ha  |  K 145 kg/ha  |  Zn 0.3 ppm  |  Fe 3.2 ppm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84831"/>
            <a:ext cx="5394960" cy="4480560"/>
          </a:xfrm>
          <a:prstGeom prst="rect">
            <a:avLst/>
          </a:prstGeom>
          <a:solidFill>
            <a:srgbClr val="F5F5F5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84831"/>
            <a:ext cx="5394960" cy="43891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❌  Old Blanket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33472"/>
            <a:ext cx="5166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Apply 120 kg N per hectare  (same for everyone)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53512"/>
            <a:ext cx="5166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Apply 60 kg P per hectare   (same for everyone)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5166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Apply 60 kg K per hectare   (same for everyone)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93592"/>
            <a:ext cx="5166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No micronutrient advice given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5166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Cost: ~₹5,800 for 2.5 acres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33672"/>
            <a:ext cx="5166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Result: Over-applied N, ignored Zn deficiency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53712"/>
            <a:ext cx="5166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Yield: Below potential due to hidden Zn shortage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084831"/>
            <a:ext cx="5897880" cy="44805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2084831"/>
            <a:ext cx="589788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21214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✓  Our Site-Specific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3347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</a:rPr>
              <a:t>▸  N dose: 0 kg/ha  — soil already has enough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5351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P dose: 67.5 kg/ha  — apply in 3 splits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7355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</a:rPr>
              <a:t>▸  K dose: 0 kg/ha  — soil supply meets crop need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59359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5100"/>
                </a:solidFill>
              </a:rPr>
              <a:t>▸  Zinc: Apply 25 kg ZnSO₄ per hectare (basal)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91363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5100"/>
                </a:solidFill>
              </a:rPr>
              <a:t>▸  Iron: Apply 25 kg FeSO₄ per hectare (basal)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3367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Cost: ~₹2,810 for 2.5 acres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553712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</a:rPr>
              <a:t>▸  Savings vs blanket: ₹2,990  (52% less!)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601968"/>
            <a:ext cx="11640312" cy="182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The system tells the farmer WHY — not just WHAT. Every number traces back to ICAR-published guidelines.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Reaching Every 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Not just smartphone users — every farmer with any phone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5100"/>
                </a:solidFill>
              </a:rPr>
              <a:t>60% of farmers in AP use feature phones. A dashboard is great for officials. For farmers, the advice must arrive in their language, on any device.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38528"/>
            <a:ext cx="530352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38528"/>
            <a:ext cx="53035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975104"/>
            <a:ext cx="4974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English SMS  (for Andhra Pradesh literate farmers)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50592"/>
            <a:ext cx="4919472" cy="3310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[AP Ag Dept] SOIL ADVISORY - Ravi Reddy
Crop: Paddy  |  2.5 acres
Apply: N=OK  P=27.3 kg/ac  K=OK
⚠ Deficient: Zinc + Iron
Apply ZnSO4 &amp; FeSO4 (basal)
Savings vs blanket: Rs. 2,990
Helpline: 1800-425-2910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</a:rPr>
              <a:t>2 SMS segments  ·  206 characters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938528"/>
            <a:ext cx="589788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938528"/>
            <a:ext cx="589788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97510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Telugu SMS  (తెలుగు — for all farmers)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450592"/>
            <a:ext cx="5532120" cy="3310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542032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[AP వ్యవసాయ శాఖ] మట్టి సలహా
పంట: వరి  |  2.5 ఎకరాలు
వేయండి: N=సరి  P=27.3 kg/ఎ  K=సరి
⚠ లోపం: జింక్ + ఇనుము
మూల వేతలో వేయండి
ఆదా: ₹2,990
సహాయం: 1800-425-2910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9436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</a:rPr>
              <a:t>3 Telugu segments  ·  167 characters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291072"/>
            <a:ext cx="11640312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276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API: POST /api/sms — takes crop + soil values, returns formatted English + Telugu SMS, ready to push to any gateway (BSNL BulkSMS, MSG91)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Decision Support for Officials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See the whole district at a glance — act where it matters most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577840" cy="5486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57784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43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District Officials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078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Interactive map of Krishna District — click any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7510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Switch between all 10 soil parameters instantly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942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Toggle to see Confidence Score instead of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2374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KPI cards: district averages &amp; % of fields deficient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9806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Deficiency bar chart — red = urgent intervention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7238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Confidence histogram with advisory threshold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4670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Auto-refreshes every 30 seconds from live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21023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Helps prioritise where to send field agents next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70432"/>
            <a:ext cx="5760720" cy="5486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70432"/>
            <a:ext cx="5760720" cy="43891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4358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Farmer Advisory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700784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EN / తెలుగు toggle — switches entire UI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975103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Select crop: Paddy, Cotton, Groundnut, Red 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49423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Sliders show where your soil sits vs. ICAR thresholds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23743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One click: full NPK schedule with timing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98063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Colour-coded: green=soil OK, amber/red=apply fertilizer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72383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Micronutrient alerts with exact product and dose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46703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Shows estimated ₹ savings versus blanket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21023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Works on any browser — no app installation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693408"/>
            <a:ext cx="11640312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You Can Trust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We built in honesty from the start — no inflated accuracy claims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B5E20"/>
                </a:solidFill>
              </a:rPr>
              <a:t>Most ML systems report accuracy on data they were trained on — like a student marking their own exam. We test on areas the model has never seen.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3749039" cy="45262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37490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Confidence Score on Every Pixel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Every map pixel has a 0–1 confidence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9864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Below 0.75 → system withholds advice, flags area for re-survey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1868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Officials can see exactly where data is reliable vs. uncertain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3872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Confidence = how wide the AI's uncertainty interval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Narrow interval = confident reading → high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011680"/>
            <a:ext cx="3749039" cy="4526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2011680"/>
            <a:ext cx="3749039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Tested on Unseen Geographic Areas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57860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We divided Krishna District into 5 geographic zones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89864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Trained on 4 zones, tested on 1 (the model never saw that area)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21868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Repeated 5 times — every zone was held out 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53872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This is how real-world generalisation is measured honestly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85876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Most teams use random splits which artificially inflate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011680"/>
            <a:ext cx="3749039" cy="4526280"/>
          </a:xfrm>
          <a:prstGeom prst="rect">
            <a:avLst/>
          </a:prstGeom>
          <a:solidFill>
            <a:srgbClr val="F5F5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011680"/>
            <a:ext cx="3749039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Coverage-Guaranteed Intervals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57860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We used Conformal Prediction — a mathematical guarantee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89864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Our '90% confidence interval' truly contains the real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21868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90% of the time — verified, not just claimed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3872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pH intervals: 90.5% actual coverage (target was 90%)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858768"/>
            <a:ext cx="35204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▸  Not a heuristic — a statistical proof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 report negative R² from our honest test. That is the correct result for 299 samples across 26,400 km². The confidence intervals are what farmers and officials can rely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From Krishna District to All of Andhra Pradesh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The architecture is built to scale — no redesign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1170432"/>
            <a:ext cx="3931920" cy="5376672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1170432"/>
            <a:ext cx="3931920" cy="8046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216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Phase 1  (Now)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508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Krishna District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84831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26,400 km² mapped at 10 m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414015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299 SHC training samples georeferenced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743199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All 10 soil parameters predicted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3072383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Dashboard live, SMS API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401567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Docker container runs on a single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730751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2 lakh farmers in Krishna District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170432"/>
            <a:ext cx="3931920" cy="5376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170432"/>
            <a:ext cx="3931920" cy="8046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216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Phase 2  (3 months)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508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Adjacent Districts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084831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Expand to 4–5 districts: West Godavari,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414015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East Godavari, Guntur, Prakasam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743199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Integrate APSAC legacy soil survey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072383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Field validation against independent 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401567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Train data grows to 2,000+ SHC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730751"/>
            <a:ext cx="3703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R² accuracy improves substantially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90688" y="1170432"/>
            <a:ext cx="4123944" cy="5376672"/>
          </a:xfrm>
          <a:prstGeom prst="rect">
            <a:avLst/>
          </a:prstGeom>
          <a:solidFill>
            <a:srgbClr val="F5F5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90688" y="1170432"/>
            <a:ext cx="4123944" cy="8046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1216152"/>
            <a:ext cx="3849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Phase 3  (12 months)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1508760"/>
            <a:ext cx="3849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AP — 26 Districts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2084831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All 13M hectares of AP cultivated 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2414015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Semi-supervised learning fills sparse areas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2743199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PRISMA hyperspectral for clay mapping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3072383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PostGIS tile server — stream to any GIS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3401567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React Native app — offline capable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3730751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1 crore+ farmers reachable via SMS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583680"/>
            <a:ext cx="11640312" cy="182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92824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Same satellite pipeline · Same ML models · Same dashboard code · Only the training data and AOI 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Quantified savings, better yields, healthier soils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₹2,990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5D6A7"/>
                </a:solidFill>
              </a:rPr>
              <a:t>average fertilizer cost saving per farmer (2.5 acre paddy field)  —  52% reduction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749039" cy="4005072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33472"/>
            <a:ext cx="37490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679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 the Farmer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Pays for only what the soil actually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11296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Corrects hidden micronutrient deficiencies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22191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Advice in Telugu — no literacy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33087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No app needed — works by SMS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43983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Advice updated every cropping season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2633472"/>
            <a:ext cx="3749039" cy="4005072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2633472"/>
            <a:ext cx="3749039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679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 the Government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200400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Prioritise subsidy spend on deficient areas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511296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Monitor adoption &amp; soil health trends over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822191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Evidence base for policy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133087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Reduce blanket subsidy outgo by 25–40%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443983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Scalable to all 26 districts with same stack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633472"/>
            <a:ext cx="3749039" cy="4005072"/>
          </a:xfrm>
          <a:prstGeom prst="rect">
            <a:avLst/>
          </a:prstGeom>
          <a:solidFill>
            <a:srgbClr val="F5F5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633472"/>
            <a:ext cx="3749039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679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 the Soil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00400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Reduce nitrogen over-application → less acidification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511296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Fix zinc/iron deficiencies → better crop immunity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822191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Lower chemical load on soil microbiome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133087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Organic carbon monitored &amp; flagged when 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443983"/>
            <a:ext cx="35204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▸  Sustainable yield improvement, season on season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675120"/>
            <a:ext cx="11640312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Makes This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5D6A7"/>
                </a:solidFill>
              </a:rPr>
              <a:t>Four choices that separate this from a standard ML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40312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228600" cy="12984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4242"/>
                </a:solidFill>
              </a:rPr>
              <a:t>We Measure Confidence, Not Just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Every prediction comes with a confidence score. Other systems give you a number. We tell you how much to trust it. Low confidence → flag for re-survey, not a false recommendation.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78608"/>
            <a:ext cx="11640312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78608"/>
            <a:ext cx="228600" cy="12984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4242"/>
                </a:solidFill>
              </a:rPr>
              <a:t>We Test Honestly on Unseen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We split the district geographically and test on regions the model never trained on. Most systems cheat by testing on neighbours of training points — we deliberately don't.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86784"/>
            <a:ext cx="11640312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86784"/>
            <a:ext cx="228600" cy="12984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965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4242"/>
                </a:solidFill>
              </a:rPr>
              <a:t>Advice is Calibrated to ICAR 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1713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Every fertilizer dose is calculated using the published ICAR nutrient balance formula for AP soils. Any agricultural scientist can audit and verify every number we produce.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94960"/>
            <a:ext cx="11640312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394960"/>
            <a:ext cx="228600" cy="129844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0468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4242"/>
                </a:solidFill>
              </a:rPr>
              <a:t>Built for the Last-Mile Farmer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2531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The system works in Telugu. It works over SMS. It does not assume a smartphone, a data plan, or literacy in English. 2 lakh farmers in Krishna District can receive this advice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68496"/>
            <a:ext cx="12188952" cy="288950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Soil Health Intelligence for Andhra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5D6A7"/>
                </a:solidFill>
              </a:rPr>
              <a:t>Field-level maps · Confident predictions · ICAR-calibrated advice · Telugu 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FFFFF"/>
                </a:solidFill>
              </a:rPr>
              <a:t>Every farmer. Every field. Every season.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06240"/>
            <a:ext cx="265176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2793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5D6A7"/>
                </a:solidFill>
              </a:rPr>
              <a:t>Live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63440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http://localhost:8050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4206240"/>
            <a:ext cx="265176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42793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5D6A7"/>
                </a:solidFill>
              </a:rPr>
              <a:t>API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663440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http://localhost:8000/docs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206240"/>
            <a:ext cx="265176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2793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5D6A7"/>
                </a:solidFill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663440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github.com/AaryaCodeWala/Soil-advisory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4206240"/>
            <a:ext cx="265176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2793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5D6A7"/>
                </a:solidFill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663440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docs/methodology.md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Krishna District  ·  10 m resolution  ·  10 soil parameters  ·  ICAR-calibrated  ·  Telugu + English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